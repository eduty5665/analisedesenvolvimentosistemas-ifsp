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DE5FA-1499-457D-9471-3D277828BB88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7D63F-6B5E-4125-B80A-D6C38D8485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38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DDEF1-412B-452B-AB5C-AC7BCF443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425548-F211-45BF-A8E7-6CA2A1F7D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74B1A6-0C4B-4A77-8C5D-7279AE35C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91A800-22C5-416B-8747-3106D26B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D88CB-2CDB-4919-8CB1-B846401F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31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35938-0A2D-4D89-9864-46A9C013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7EDF14-ED37-42C4-BCAF-0DA462C13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96B3F5-110F-42BF-BBBB-61CDF744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043786-97B9-400C-B311-803864BD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E9662-515F-4F1D-9C18-EA6189C3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8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B2F56-D180-4C19-8D92-621D5F1E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74C8BC-2E65-4073-8B9E-7D9015DAF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521C91-A098-4292-A8C9-ACBBD379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242EE0-A565-4F14-97D8-E4BC9ED0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6B76B1-2A29-472E-97E0-8FE615C4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12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603E1-2D21-4BB4-A2FA-ED17DD3A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B8442-5DFF-4B2D-8421-BB2DBB326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FEE423-58A6-41D5-B3EA-16E66C76E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86D32-3F08-4A42-94D9-37F4E0A7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20EE56-72A1-498F-B627-9803D496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2CDE97-F9F0-4DC2-8FAE-B51F250C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13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E9D35-402D-4D16-BA54-26F6E618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3D8470-E6A8-4F00-8341-CE5670A8B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3C442B-93F8-4A27-AAC2-EB41BD5E2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11D3AE-7EFF-4167-BC6A-B7CD0823F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83627D-DED7-402E-9B82-33F91D0E2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A2E0C5D-05B1-48F0-A60A-A643549F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ABA03AF-606A-4D6E-8A63-BCF71278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16915EA-B871-4324-A85F-CC69F802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07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C620C-B030-484B-A4EF-89E0F3EA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4A2008-9D9D-4AAB-A6B4-F4D0A6C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F18ED8-6D53-44EB-BEB8-92196421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C6BF99-70C7-421C-9D3B-D1AAA1E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223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67DDE6-A0CB-4CC5-8825-433A1BA37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91CE300-D5B9-45C1-B9B3-53C9AE41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E4068A-1D4B-4EAB-8A20-FA628DCB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37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49702-DC72-45DC-A2D3-969914B1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D45B48-BB8D-4B30-B341-BC358B316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9DBD44-FE37-4B79-BDE2-CC5559F55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41E923-8A46-453C-8FB8-EBD6722D2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CF031A-D778-45B3-BE58-21CEE669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C61A7B-79BD-427C-9A35-1206EBAF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21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F9179-DB8C-4597-9224-974328FB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293414-C9DC-48C7-9A52-FBF85FE89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4AD600-E001-480E-B2C0-083F571D8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5D6011-3904-462A-B81C-836F8476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97009B-B38C-4078-9D38-893D2679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56A3E3-EB9A-40EB-B8B9-2B5C291F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43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5F5BF-6714-49AF-8517-D9B9817D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D3FBED-B677-4BC6-AD78-774465407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08C753-804A-4E56-9C95-44569898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B793F2-5140-4EBB-8CD1-A48167BC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8F4F9-06A5-46A7-B43A-26D61F03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65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955D37-E070-4B5E-A19E-9CF923F3D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752E59-F7FA-4978-82A1-D5569242D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9C9F83-59EA-469A-9248-A35DCC1A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C540C0-2E07-42FA-8F22-21DEC0AB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6EF914-5636-4204-99BB-8731B360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41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12601A-9312-41B0-85AF-A7AF0169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F8A126-803B-493E-8743-DF5C08FF7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F4C7B6-D85A-410B-8310-EE038ED7D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13502-276F-41FE-BD26-7FED88DBB94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5385E0-1DE2-4267-9BB2-9696CED27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C4985A-DD1E-49EB-9E9C-E54594006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2FB94-4488-42EE-AEE9-976190286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19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1860" y="256792"/>
            <a:ext cx="607042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3200" dirty="0">
                <a:latin typeface="Arimo Bold"/>
              </a:rPr>
              <a:t>Canvas do </a:t>
            </a:r>
            <a:r>
              <a:rPr lang="pt-BR" sz="3200" dirty="0">
                <a:latin typeface="Arimo Bold"/>
              </a:rPr>
              <a:t>problema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B5CD18F-24F0-4908-A932-D52F7B896279}"/>
              </a:ext>
            </a:extLst>
          </p:cNvPr>
          <p:cNvSpPr txBox="1"/>
          <p:nvPr/>
        </p:nvSpPr>
        <p:spPr>
          <a:xfrm>
            <a:off x="1514263" y="965919"/>
            <a:ext cx="6070426" cy="427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  <a:spcBef>
                <a:spcPct val="0"/>
              </a:spcBef>
            </a:pPr>
            <a:r>
              <a:rPr lang="pt-BR" sz="2400" i="1" dirty="0">
                <a:solidFill>
                  <a:srgbClr val="FF0000"/>
                </a:solidFill>
                <a:latin typeface="Arimo Bold"/>
              </a:rPr>
              <a:t>(Descreva</a:t>
            </a:r>
            <a:r>
              <a:rPr lang="en-US" sz="2400" i="1" dirty="0">
                <a:solidFill>
                  <a:srgbClr val="FF0000"/>
                </a:solidFill>
                <a:latin typeface="Arimo Bold"/>
              </a:rPr>
              <a:t> o </a:t>
            </a:r>
            <a:r>
              <a:rPr lang="pt-BR" sz="2400" i="1">
                <a:solidFill>
                  <a:srgbClr val="FF0000"/>
                </a:solidFill>
                <a:latin typeface="Arimo Bold"/>
              </a:rPr>
              <a:t>problema)</a:t>
            </a:r>
            <a:endParaRPr lang="pt-BR" sz="2400" i="1" dirty="0">
              <a:solidFill>
                <a:srgbClr val="FF0000"/>
              </a:solidFill>
              <a:latin typeface="Arimo Bold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2E6342F-9996-4CEF-9174-25BD51D0C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895047"/>
              </p:ext>
            </p:extLst>
          </p:nvPr>
        </p:nvGraphicFramePr>
        <p:xfrm>
          <a:off x="1001080" y="1530222"/>
          <a:ext cx="10027705" cy="4517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42175">
                  <a:extLst>
                    <a:ext uri="{9D8B030D-6E8A-4147-A177-3AD203B41FA5}">
                      <a16:colId xmlns:a16="http://schemas.microsoft.com/office/drawing/2014/main" val="427760132"/>
                    </a:ext>
                  </a:extLst>
                </a:gridCol>
                <a:gridCol w="3342175">
                  <a:extLst>
                    <a:ext uri="{9D8B030D-6E8A-4147-A177-3AD203B41FA5}">
                      <a16:colId xmlns:a16="http://schemas.microsoft.com/office/drawing/2014/main" val="4197901394"/>
                    </a:ext>
                  </a:extLst>
                </a:gridCol>
                <a:gridCol w="3343355">
                  <a:extLst>
                    <a:ext uri="{9D8B030D-6E8A-4147-A177-3AD203B41FA5}">
                      <a16:colId xmlns:a16="http://schemas.microsoft.com/office/drawing/2014/main" val="2336693240"/>
                    </a:ext>
                  </a:extLst>
                </a:gridCol>
              </a:tblGrid>
              <a:tr h="54412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CONTEXTO</a:t>
                      </a:r>
                    </a:p>
                  </a:txBody>
                  <a:tcPr marL="68580" marR="68580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</a:p>
                  </a:txBody>
                  <a:tcPr marL="68580" marR="68580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ALTERNATIVAS</a:t>
                      </a:r>
                    </a:p>
                  </a:txBody>
                  <a:tcPr marL="68580" marR="68580" marT="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167962"/>
                  </a:ext>
                </a:extLst>
              </a:tr>
              <a:tr h="11871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0" i="1" dirty="0">
                          <a:solidFill>
                            <a:srgbClr val="FF0000"/>
                          </a:solidFill>
                          <a:effectLst/>
                        </a:rPr>
                        <a:t>(Em que momento esse problema ocorre?)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</a:rPr>
                        <a:t> 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0" i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(Qual a raiz desse problema?)</a:t>
                      </a: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0" i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 que os clientes fazem para resolver o problema hoje?)</a:t>
                      </a: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283258"/>
                  </a:ext>
                </a:extLst>
              </a:tr>
              <a:tr h="2671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</a:rPr>
                        <a:t>CLIENTES</a:t>
                      </a:r>
                      <a:endParaRPr lang="pt-BR" sz="20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</a:rPr>
                        <a:t>IMPACTO EMOCIONAL</a:t>
                      </a:r>
                      <a:endParaRPr lang="pt-BR" sz="20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</a:rPr>
                        <a:t>DESVANTAGENS DAS ALTERNATIVAS</a:t>
                      </a:r>
                      <a:endParaRPr lang="pt-BR" sz="20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6797"/>
                  </a:ext>
                </a:extLst>
              </a:tr>
              <a:tr h="863390">
                <a:tc rowSpan="3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0" i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(Quem tem problema com mais frequência?)</a:t>
                      </a: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0" i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(Como o cliente se sente?)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0" i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0" i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(Quais são os problemas das soluções alternativas?)</a:t>
                      </a: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933413"/>
                  </a:ext>
                </a:extLst>
              </a:tr>
              <a:tr h="42192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  <a:effectLst/>
                        </a:rPr>
                        <a:t>IMPACTO QUANTIFICÁVEL</a:t>
                      </a:r>
                      <a:endParaRPr lang="pt-BR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979670"/>
                  </a:ext>
                </a:extLst>
              </a:tr>
              <a:tr h="86339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0" i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(Qual o impacto mensurável?) Quanto custa?</a:t>
                      </a: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3554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2623</TotalTime>
  <Words>81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Arimo Bold</vt:lpstr>
      <vt:lpstr>Calibri</vt:lpstr>
      <vt:lpstr>Calibri Light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Empreendedorismo criação de um negócio</dc:title>
  <dc:creator>Vanise Rafaela Zivieri Ralio</dc:creator>
  <cp:lastModifiedBy>Vanise Rafaela Zivieri Ralio</cp:lastModifiedBy>
  <cp:revision>20</cp:revision>
  <cp:lastPrinted>2025-08-22T01:06:54Z</cp:lastPrinted>
  <dcterms:created xsi:type="dcterms:W3CDTF">2025-08-21T22:30:38Z</dcterms:created>
  <dcterms:modified xsi:type="dcterms:W3CDTF">2026-09-03T14:34:47Z</dcterms:modified>
</cp:coreProperties>
</file>