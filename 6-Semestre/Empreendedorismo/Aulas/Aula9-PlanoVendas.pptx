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565" r:id="rId2"/>
    <p:sldId id="308" r:id="rId3"/>
    <p:sldId id="306" r:id="rId4"/>
    <p:sldId id="307" r:id="rId5"/>
    <p:sldId id="310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CCFFB72-53F4-4C53-9873-4D491CE12AE1}" type="doc">
      <dgm:prSet loTypeId="urn:microsoft.com/office/officeart/2005/8/layout/venn2" loCatId="relationship" qsTypeId="urn:microsoft.com/office/officeart/2005/8/quickstyle/simple1" qsCatId="simple" csTypeId="urn:microsoft.com/office/officeart/2005/8/colors/accent6_3" csCatId="accent6" phldr="1"/>
      <dgm:spPr/>
      <dgm:t>
        <a:bodyPr/>
        <a:lstStyle/>
        <a:p>
          <a:endParaRPr lang="pt-BR"/>
        </a:p>
      </dgm:t>
    </dgm:pt>
    <dgm:pt modelId="{D7AA7607-FE8F-4768-A08A-0263FC56D022}">
      <dgm:prSet phldrT="[Texto]"/>
      <dgm:spPr/>
      <dgm:t>
        <a:bodyPr/>
        <a:lstStyle/>
        <a:p>
          <a:r>
            <a:rPr lang="pt-BR" dirty="0"/>
            <a:t>TAM</a:t>
          </a:r>
        </a:p>
      </dgm:t>
    </dgm:pt>
    <dgm:pt modelId="{36814841-AF9A-4A06-9AB8-D738B7A2BBD6}" type="parTrans" cxnId="{5E42D79B-BC9F-4DF6-9678-2DDBD24ED138}">
      <dgm:prSet/>
      <dgm:spPr/>
      <dgm:t>
        <a:bodyPr/>
        <a:lstStyle/>
        <a:p>
          <a:endParaRPr lang="pt-BR"/>
        </a:p>
      </dgm:t>
    </dgm:pt>
    <dgm:pt modelId="{39A0E386-A55B-42D3-9A64-9437B66E70BF}" type="sibTrans" cxnId="{5E42D79B-BC9F-4DF6-9678-2DDBD24ED138}">
      <dgm:prSet/>
      <dgm:spPr/>
      <dgm:t>
        <a:bodyPr/>
        <a:lstStyle/>
        <a:p>
          <a:endParaRPr lang="pt-BR"/>
        </a:p>
      </dgm:t>
    </dgm:pt>
    <dgm:pt modelId="{033813A7-8D37-48BF-A667-B6DBA1024C59}">
      <dgm:prSet phldrT="[Texto]"/>
      <dgm:spPr/>
      <dgm:t>
        <a:bodyPr/>
        <a:lstStyle/>
        <a:p>
          <a:r>
            <a:rPr lang="pt-BR" dirty="0"/>
            <a:t>SOM</a:t>
          </a:r>
        </a:p>
      </dgm:t>
    </dgm:pt>
    <dgm:pt modelId="{21621D80-70F9-4722-8440-E2D762ADBC9A}" type="parTrans" cxnId="{9D4B191F-8AE3-49EC-BF58-EE6CB9973A1B}">
      <dgm:prSet/>
      <dgm:spPr/>
      <dgm:t>
        <a:bodyPr/>
        <a:lstStyle/>
        <a:p>
          <a:endParaRPr lang="pt-BR"/>
        </a:p>
      </dgm:t>
    </dgm:pt>
    <dgm:pt modelId="{1965B53C-45CD-4A50-9FBF-9A4FDBB1692C}" type="sibTrans" cxnId="{9D4B191F-8AE3-49EC-BF58-EE6CB9973A1B}">
      <dgm:prSet/>
      <dgm:spPr/>
      <dgm:t>
        <a:bodyPr/>
        <a:lstStyle/>
        <a:p>
          <a:endParaRPr lang="pt-BR"/>
        </a:p>
      </dgm:t>
    </dgm:pt>
    <dgm:pt modelId="{17A47856-A249-4B53-814C-CE49221689AF}">
      <dgm:prSet phldrT="[Texto]"/>
      <dgm:spPr/>
      <dgm:t>
        <a:bodyPr/>
        <a:lstStyle/>
        <a:p>
          <a:r>
            <a:rPr lang="pt-BR" dirty="0"/>
            <a:t>SAM</a:t>
          </a:r>
        </a:p>
      </dgm:t>
    </dgm:pt>
    <dgm:pt modelId="{8BC38483-1468-4331-9A77-7BE1D94D4056}" type="parTrans" cxnId="{034A83EE-3AEA-42AE-8CD0-863C6488B83F}">
      <dgm:prSet/>
      <dgm:spPr/>
      <dgm:t>
        <a:bodyPr/>
        <a:lstStyle/>
        <a:p>
          <a:endParaRPr lang="pt-BR"/>
        </a:p>
      </dgm:t>
    </dgm:pt>
    <dgm:pt modelId="{F940D39B-40FA-4F7F-BBD3-584307E7AFBF}" type="sibTrans" cxnId="{034A83EE-3AEA-42AE-8CD0-863C6488B83F}">
      <dgm:prSet/>
      <dgm:spPr/>
      <dgm:t>
        <a:bodyPr/>
        <a:lstStyle/>
        <a:p>
          <a:endParaRPr lang="pt-BR"/>
        </a:p>
      </dgm:t>
    </dgm:pt>
    <dgm:pt modelId="{F1B8F578-13BA-497C-83E6-75EF60F04EF2}" type="pres">
      <dgm:prSet presAssocID="{BCCFFB72-53F4-4C53-9873-4D491CE12AE1}" presName="Name0" presStyleCnt="0">
        <dgm:presLayoutVars>
          <dgm:chMax val="7"/>
          <dgm:resizeHandles val="exact"/>
        </dgm:presLayoutVars>
      </dgm:prSet>
      <dgm:spPr/>
    </dgm:pt>
    <dgm:pt modelId="{6E32D422-0533-428D-ADE4-D8D522ED545B}" type="pres">
      <dgm:prSet presAssocID="{BCCFFB72-53F4-4C53-9873-4D491CE12AE1}" presName="comp1" presStyleCnt="0"/>
      <dgm:spPr/>
    </dgm:pt>
    <dgm:pt modelId="{EB96B130-FCCA-435F-9127-D4D156CDFD84}" type="pres">
      <dgm:prSet presAssocID="{BCCFFB72-53F4-4C53-9873-4D491CE12AE1}" presName="circle1" presStyleLbl="node1" presStyleIdx="0" presStyleCnt="3"/>
      <dgm:spPr/>
    </dgm:pt>
    <dgm:pt modelId="{07A5880F-AF5D-4DF5-A4A4-0153ECB41EFE}" type="pres">
      <dgm:prSet presAssocID="{BCCFFB72-53F4-4C53-9873-4D491CE12AE1}" presName="c1text" presStyleLbl="node1" presStyleIdx="0" presStyleCnt="3">
        <dgm:presLayoutVars>
          <dgm:bulletEnabled val="1"/>
        </dgm:presLayoutVars>
      </dgm:prSet>
      <dgm:spPr/>
    </dgm:pt>
    <dgm:pt modelId="{9A5FD091-85AA-4551-A72A-7564416EE9A0}" type="pres">
      <dgm:prSet presAssocID="{BCCFFB72-53F4-4C53-9873-4D491CE12AE1}" presName="comp2" presStyleCnt="0"/>
      <dgm:spPr/>
    </dgm:pt>
    <dgm:pt modelId="{D80E39C2-D151-45DC-A434-DEBD4464D2B4}" type="pres">
      <dgm:prSet presAssocID="{BCCFFB72-53F4-4C53-9873-4D491CE12AE1}" presName="circle2" presStyleLbl="node1" presStyleIdx="1" presStyleCnt="3"/>
      <dgm:spPr/>
    </dgm:pt>
    <dgm:pt modelId="{AB658E9C-9573-4BB2-855E-D22C37ACB620}" type="pres">
      <dgm:prSet presAssocID="{BCCFFB72-53F4-4C53-9873-4D491CE12AE1}" presName="c2text" presStyleLbl="node1" presStyleIdx="1" presStyleCnt="3">
        <dgm:presLayoutVars>
          <dgm:bulletEnabled val="1"/>
        </dgm:presLayoutVars>
      </dgm:prSet>
      <dgm:spPr/>
    </dgm:pt>
    <dgm:pt modelId="{DCE9DD0F-5317-4073-9486-27785DD5A209}" type="pres">
      <dgm:prSet presAssocID="{BCCFFB72-53F4-4C53-9873-4D491CE12AE1}" presName="comp3" presStyleCnt="0"/>
      <dgm:spPr/>
    </dgm:pt>
    <dgm:pt modelId="{FCC4239A-9059-4185-A48B-D57E2E14C706}" type="pres">
      <dgm:prSet presAssocID="{BCCFFB72-53F4-4C53-9873-4D491CE12AE1}" presName="circle3" presStyleLbl="node1" presStyleIdx="2" presStyleCnt="3"/>
      <dgm:spPr/>
    </dgm:pt>
    <dgm:pt modelId="{D09C2CF3-B399-468D-8672-4C62E2C69C7D}" type="pres">
      <dgm:prSet presAssocID="{BCCFFB72-53F4-4C53-9873-4D491CE12AE1}" presName="c3text" presStyleLbl="node1" presStyleIdx="2" presStyleCnt="3">
        <dgm:presLayoutVars>
          <dgm:bulletEnabled val="1"/>
        </dgm:presLayoutVars>
      </dgm:prSet>
      <dgm:spPr/>
    </dgm:pt>
  </dgm:ptLst>
  <dgm:cxnLst>
    <dgm:cxn modelId="{6A826C01-3A84-4071-BE8E-27BF5B75403F}" type="presOf" srcId="{D7AA7607-FE8F-4768-A08A-0263FC56D022}" destId="{EB96B130-FCCA-435F-9127-D4D156CDFD84}" srcOrd="0" destOrd="0" presId="urn:microsoft.com/office/officeart/2005/8/layout/venn2"/>
    <dgm:cxn modelId="{9D4B191F-8AE3-49EC-BF58-EE6CB9973A1B}" srcId="{BCCFFB72-53F4-4C53-9873-4D491CE12AE1}" destId="{033813A7-8D37-48BF-A667-B6DBA1024C59}" srcOrd="2" destOrd="0" parTransId="{21621D80-70F9-4722-8440-E2D762ADBC9A}" sibTransId="{1965B53C-45CD-4A50-9FBF-9A4FDBB1692C}"/>
    <dgm:cxn modelId="{0652355D-5719-462A-B211-104C7F42F889}" type="presOf" srcId="{033813A7-8D37-48BF-A667-B6DBA1024C59}" destId="{FCC4239A-9059-4185-A48B-D57E2E14C706}" srcOrd="0" destOrd="0" presId="urn:microsoft.com/office/officeart/2005/8/layout/venn2"/>
    <dgm:cxn modelId="{6625B856-11A3-47B5-B196-CC33DF0B172C}" type="presOf" srcId="{033813A7-8D37-48BF-A667-B6DBA1024C59}" destId="{D09C2CF3-B399-468D-8672-4C62E2C69C7D}" srcOrd="1" destOrd="0" presId="urn:microsoft.com/office/officeart/2005/8/layout/venn2"/>
    <dgm:cxn modelId="{2B24B286-D2A9-4F95-BD9B-EB53CF33DE4E}" type="presOf" srcId="{D7AA7607-FE8F-4768-A08A-0263FC56D022}" destId="{07A5880F-AF5D-4DF5-A4A4-0153ECB41EFE}" srcOrd="1" destOrd="0" presId="urn:microsoft.com/office/officeart/2005/8/layout/venn2"/>
    <dgm:cxn modelId="{5E42D79B-BC9F-4DF6-9678-2DDBD24ED138}" srcId="{BCCFFB72-53F4-4C53-9873-4D491CE12AE1}" destId="{D7AA7607-FE8F-4768-A08A-0263FC56D022}" srcOrd="0" destOrd="0" parTransId="{36814841-AF9A-4A06-9AB8-D738B7A2BBD6}" sibTransId="{39A0E386-A55B-42D3-9A64-9437B66E70BF}"/>
    <dgm:cxn modelId="{231542B5-9DD4-4601-8912-39C20EB92A51}" type="presOf" srcId="{17A47856-A249-4B53-814C-CE49221689AF}" destId="{D80E39C2-D151-45DC-A434-DEBD4464D2B4}" srcOrd="0" destOrd="0" presId="urn:microsoft.com/office/officeart/2005/8/layout/venn2"/>
    <dgm:cxn modelId="{C3C4E6B8-A29C-4507-8C9F-6D31E1CFDC56}" type="presOf" srcId="{17A47856-A249-4B53-814C-CE49221689AF}" destId="{AB658E9C-9573-4BB2-855E-D22C37ACB620}" srcOrd="1" destOrd="0" presId="urn:microsoft.com/office/officeart/2005/8/layout/venn2"/>
    <dgm:cxn modelId="{5089FFBE-6D49-4BFA-B064-A83ECA1F140C}" type="presOf" srcId="{BCCFFB72-53F4-4C53-9873-4D491CE12AE1}" destId="{F1B8F578-13BA-497C-83E6-75EF60F04EF2}" srcOrd="0" destOrd="0" presId="urn:microsoft.com/office/officeart/2005/8/layout/venn2"/>
    <dgm:cxn modelId="{034A83EE-3AEA-42AE-8CD0-863C6488B83F}" srcId="{BCCFFB72-53F4-4C53-9873-4D491CE12AE1}" destId="{17A47856-A249-4B53-814C-CE49221689AF}" srcOrd="1" destOrd="0" parTransId="{8BC38483-1468-4331-9A77-7BE1D94D4056}" sibTransId="{F940D39B-40FA-4F7F-BBD3-584307E7AFBF}"/>
    <dgm:cxn modelId="{3EB9C3BD-F691-4E32-BC14-72A18456A884}" type="presParOf" srcId="{F1B8F578-13BA-497C-83E6-75EF60F04EF2}" destId="{6E32D422-0533-428D-ADE4-D8D522ED545B}" srcOrd="0" destOrd="0" presId="urn:microsoft.com/office/officeart/2005/8/layout/venn2"/>
    <dgm:cxn modelId="{1B206F21-5DAC-40D9-9D1B-3F88337A3A30}" type="presParOf" srcId="{6E32D422-0533-428D-ADE4-D8D522ED545B}" destId="{EB96B130-FCCA-435F-9127-D4D156CDFD84}" srcOrd="0" destOrd="0" presId="urn:microsoft.com/office/officeart/2005/8/layout/venn2"/>
    <dgm:cxn modelId="{8F25053D-119C-4012-BD17-DF15916DFC29}" type="presParOf" srcId="{6E32D422-0533-428D-ADE4-D8D522ED545B}" destId="{07A5880F-AF5D-4DF5-A4A4-0153ECB41EFE}" srcOrd="1" destOrd="0" presId="urn:microsoft.com/office/officeart/2005/8/layout/venn2"/>
    <dgm:cxn modelId="{DF2F711B-4AAD-4E2B-A4EC-D1B01ED7F218}" type="presParOf" srcId="{F1B8F578-13BA-497C-83E6-75EF60F04EF2}" destId="{9A5FD091-85AA-4551-A72A-7564416EE9A0}" srcOrd="1" destOrd="0" presId="urn:microsoft.com/office/officeart/2005/8/layout/venn2"/>
    <dgm:cxn modelId="{89DBF8E9-CB14-456E-B56E-884CA039A5F5}" type="presParOf" srcId="{9A5FD091-85AA-4551-A72A-7564416EE9A0}" destId="{D80E39C2-D151-45DC-A434-DEBD4464D2B4}" srcOrd="0" destOrd="0" presId="urn:microsoft.com/office/officeart/2005/8/layout/venn2"/>
    <dgm:cxn modelId="{E2FB2533-D8BA-4435-9E7E-73B42F56DF97}" type="presParOf" srcId="{9A5FD091-85AA-4551-A72A-7564416EE9A0}" destId="{AB658E9C-9573-4BB2-855E-D22C37ACB620}" srcOrd="1" destOrd="0" presId="urn:microsoft.com/office/officeart/2005/8/layout/venn2"/>
    <dgm:cxn modelId="{5EC27742-ABF0-4752-A1C8-9C3D71061007}" type="presParOf" srcId="{F1B8F578-13BA-497C-83E6-75EF60F04EF2}" destId="{DCE9DD0F-5317-4073-9486-27785DD5A209}" srcOrd="2" destOrd="0" presId="urn:microsoft.com/office/officeart/2005/8/layout/venn2"/>
    <dgm:cxn modelId="{3C239127-3B54-47E1-BFC0-18A10E7767F2}" type="presParOf" srcId="{DCE9DD0F-5317-4073-9486-27785DD5A209}" destId="{FCC4239A-9059-4185-A48B-D57E2E14C706}" srcOrd="0" destOrd="0" presId="urn:microsoft.com/office/officeart/2005/8/layout/venn2"/>
    <dgm:cxn modelId="{39635E44-5F0F-4C31-A418-FA717F7275BC}" type="presParOf" srcId="{DCE9DD0F-5317-4073-9486-27785DD5A209}" destId="{D09C2CF3-B399-468D-8672-4C62E2C69C7D}" srcOrd="1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96B130-FCCA-435F-9127-D4D156CDFD84}">
      <dsp:nvSpPr>
        <dsp:cNvPr id="0" name=""/>
        <dsp:cNvSpPr/>
      </dsp:nvSpPr>
      <dsp:spPr>
        <a:xfrm>
          <a:off x="507146" y="0"/>
          <a:ext cx="5434132" cy="5434132"/>
        </a:xfrm>
        <a:prstGeom prst="ellipse">
          <a:avLst/>
        </a:prstGeom>
        <a:solidFill>
          <a:schemeClr val="accent6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700" kern="1200" dirty="0"/>
            <a:t>TAM</a:t>
          </a:r>
        </a:p>
      </dsp:txBody>
      <dsp:txXfrm>
        <a:off x="2274597" y="271706"/>
        <a:ext cx="1899229" cy="815119"/>
      </dsp:txXfrm>
    </dsp:sp>
    <dsp:sp modelId="{D80E39C2-D151-45DC-A434-DEBD4464D2B4}">
      <dsp:nvSpPr>
        <dsp:cNvPr id="0" name=""/>
        <dsp:cNvSpPr/>
      </dsp:nvSpPr>
      <dsp:spPr>
        <a:xfrm>
          <a:off x="1186412" y="1358533"/>
          <a:ext cx="4075599" cy="4075599"/>
        </a:xfrm>
        <a:prstGeom prst="ellipse">
          <a:avLst/>
        </a:prstGeom>
        <a:solidFill>
          <a:schemeClr val="accent6">
            <a:shade val="80000"/>
            <a:hueOff val="160640"/>
            <a:satOff val="-6455"/>
            <a:lumOff val="138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700" kern="1200" dirty="0"/>
            <a:t>SAM</a:t>
          </a:r>
        </a:p>
      </dsp:txBody>
      <dsp:txXfrm>
        <a:off x="2274597" y="1613258"/>
        <a:ext cx="1899229" cy="764174"/>
      </dsp:txXfrm>
    </dsp:sp>
    <dsp:sp modelId="{FCC4239A-9059-4185-A48B-D57E2E14C706}">
      <dsp:nvSpPr>
        <dsp:cNvPr id="0" name=""/>
        <dsp:cNvSpPr/>
      </dsp:nvSpPr>
      <dsp:spPr>
        <a:xfrm>
          <a:off x="1865679" y="2717066"/>
          <a:ext cx="2717066" cy="2717066"/>
        </a:xfrm>
        <a:prstGeom prst="ellipse">
          <a:avLst/>
        </a:prstGeom>
        <a:solidFill>
          <a:schemeClr val="accent6">
            <a:shade val="80000"/>
            <a:hueOff val="321280"/>
            <a:satOff val="-12909"/>
            <a:lumOff val="27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700" kern="1200" dirty="0"/>
            <a:t>SOM</a:t>
          </a:r>
        </a:p>
      </dsp:txBody>
      <dsp:txXfrm>
        <a:off x="2263584" y="3396333"/>
        <a:ext cx="1921256" cy="13585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2D0600-FBB5-4C12-8F88-94381B13BA83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123164-3B76-44C9-B77F-3886971562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8764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247FCB-59F8-4BD6-A8CC-764397E0B8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E306C84-38E9-4293-81CB-0807BD8ED7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B2F0941-26A3-411B-A9A3-B8972653D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8A6B-1CAA-404A-9C54-E45EB9AE1999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D5E5D7E-55EE-45DA-9829-E47B3E5A4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AABAD6E-218B-4B2A-9884-B9502E693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C3A55-FAF0-4F3D-923D-A974409AD0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8278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CE831F-AAD0-4E93-8313-DDBC98B2C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828BAA-86F8-4700-BBDB-6E46489C1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974BB10-B959-4425-B47E-E8D8CA63D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8A6B-1CAA-404A-9C54-E45EB9AE1999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4C5E5A2-AA84-420A-9D26-77DDBA55B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8987F3D-956F-47F7-9169-7884CCF44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C3A55-FAF0-4F3D-923D-A974409AD0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8146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731B4C-E226-4F47-8F26-FC4E97820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E3E58F-2530-48AE-AE52-097FF30FB6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A89454D-2409-4DA4-9D2B-4CE99C487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8A6B-1CAA-404A-9C54-E45EB9AE1999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65E3CF-D31B-4A82-98A9-9958BD378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7C6A29F-8E31-496B-A680-29E7BD6A3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C3A55-FAF0-4F3D-923D-A974409AD0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496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C120BE-7E08-44EC-9169-C31C1C3EA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7B974C-C356-4211-AFE0-AB32A2A8C0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4DD2A82-E271-405B-AFF4-A92402939A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4ABF532-A6BD-4EF3-A151-8C824E698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8A6B-1CAA-404A-9C54-E45EB9AE1999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56947A6-D622-426B-BBDC-537C69428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4602075-0AE2-4A34-BBC4-D5CDC1F81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C3A55-FAF0-4F3D-923D-A974409AD0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672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9A8FEF-FF86-40DF-82B7-0BE7A525F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A4AECF8-DAF0-49FF-991F-C25980D92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399C-950F-44CD-A4C5-1D6BC6B24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9A91D4C-742C-4C9D-9706-3CBECC88F1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98DFF89-3C98-49D5-82A0-B61E802F36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56CD12F-98DC-40AA-B4F2-5CFC68DE4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8A6B-1CAA-404A-9C54-E45EB9AE1999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43CC253-E21C-4F72-BA76-0B74B8AEC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A453657-19BA-4EE0-B232-6D923E5C1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C3A55-FAF0-4F3D-923D-A974409AD0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3511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A3272F-3573-4E54-A3F2-083CBDDB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6C7D93F-931A-47DB-9ED2-65B5D4CC1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8A6B-1CAA-404A-9C54-E45EB9AE1999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375C581-4497-449C-BF5C-81594E70F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3C3442B-8AAC-46C2-8A7A-8418CA3A2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C3A55-FAF0-4F3D-923D-A974409AD0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4677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C6A3564-AA21-444A-9C47-F15D502FA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8A6B-1CAA-404A-9C54-E45EB9AE1999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900A510-1DD8-4CEE-A778-4B82FEE07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C7B50C5-6707-4676-AC4C-34E18F988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C3A55-FAF0-4F3D-923D-A974409AD0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0060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25F2A9-4405-4B5D-B031-A5F8807F4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8FB7F2-20FF-4D45-BA01-D11A4DAD8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9B6D551-74AD-4A82-8321-6B244339D0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AB433D7-E491-4CC7-88C5-37F4039A5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8A6B-1CAA-404A-9C54-E45EB9AE1999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CD73C12-C117-4F0C-9DAE-33A58829F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C24A504-2255-4F87-8F6F-2E9CC7AA7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C3A55-FAF0-4F3D-923D-A974409AD0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9340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BEAE12-4EB4-4681-B49C-4DA0BF799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4B7421C-BA2C-410C-9AD2-7CE646915C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0736218-D8B8-4777-88F8-76A1C1D20D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CA42437-52B0-4CED-BA26-5D7911BED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8A6B-1CAA-404A-9C54-E45EB9AE1999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1AD887C-C10F-4686-B059-24E8A4B6A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339BCC6-4C55-4258-8259-67609D09D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C3A55-FAF0-4F3D-923D-A974409AD0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9339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2F6A93-F31C-48D1-AB28-5CDC9E16E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18AD88C-78CC-4886-9AA0-14B52E6706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88468D1-BD3E-409C-A6B8-413F674FB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8A6B-1CAA-404A-9C54-E45EB9AE1999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BC2ABA4-0B43-413A-B9EF-25F43D7D3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2440A1A-519B-4AAC-9BF9-DA4C894BA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C3A55-FAF0-4F3D-923D-A974409AD0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7166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4FB3531-7090-4ADD-90C2-CEAF9CF582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D753009-FFF9-4873-8670-9FF3F152FE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C4D13B1-7AAC-466F-BC19-93109C41B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8A6B-1CAA-404A-9C54-E45EB9AE1999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C024A5-8742-4F98-9642-B01833935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698A7D-8EAF-4844-9B0E-31EB8961C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C3A55-FAF0-4F3D-923D-A974409AD0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0035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3D074C3-A942-4EB0-9091-C094B738F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A77C8A6-D866-4A10-863C-E766FAAFB0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7020C76-053E-495A-A954-197D10A106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A48A6B-1CAA-404A-9C54-E45EB9AE1999}" type="datetimeFigureOut">
              <a:rPr lang="pt-BR" smtClean="0"/>
              <a:t>01/10/2026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8F9469B-0118-46AA-BF24-28722BAABA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A1395ED-B9D9-4BC3-AA20-F1D550CA2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DC3A55-FAF0-4F3D-923D-A974409AD0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9372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Diagrama 18">
            <a:extLst>
              <a:ext uri="{FF2B5EF4-FFF2-40B4-BE49-F238E27FC236}">
                <a16:creationId xmlns:a16="http://schemas.microsoft.com/office/drawing/2014/main" id="{7A7857F9-A888-41E2-A090-B38396DA29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1571754"/>
              </p:ext>
            </p:extLst>
          </p:nvPr>
        </p:nvGraphicFramePr>
        <p:xfrm>
          <a:off x="252271" y="1311707"/>
          <a:ext cx="6448425" cy="54341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47CB9237-3721-48CD-A280-D47C49D50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Dimensionamento de Mercado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3A7710-0101-449E-BEFC-07A0A6B1401B}"/>
              </a:ext>
            </a:extLst>
          </p:cNvPr>
          <p:cNvSpPr txBox="1"/>
          <p:nvPr/>
        </p:nvSpPr>
        <p:spPr>
          <a:xfrm>
            <a:off x="6944179" y="1835437"/>
            <a:ext cx="4677977" cy="14691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44"/>
              </a:lnSpc>
            </a:pPr>
            <a:r>
              <a:rPr lang="pt-BR" sz="2800" dirty="0">
                <a:solidFill>
                  <a:srgbClr val="000000"/>
                </a:solidFill>
                <a:latin typeface="+mj-lt"/>
              </a:rPr>
              <a:t>TAM: Tamanho do mercado disponível: </a:t>
            </a:r>
            <a:r>
              <a:rPr lang="pt-BR" sz="22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Mercado total dos seus produtos</a:t>
            </a:r>
          </a:p>
          <a:p>
            <a:pPr>
              <a:lnSpc>
                <a:spcPts val="2944"/>
              </a:lnSpc>
            </a:pPr>
            <a:endParaRPr lang="pt-BR" sz="220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8" name="AutoShape 7">
            <a:extLst>
              <a:ext uri="{FF2B5EF4-FFF2-40B4-BE49-F238E27FC236}">
                <a16:creationId xmlns:a16="http://schemas.microsoft.com/office/drawing/2014/main" id="{B4DE1DC4-8F36-4E6B-B891-D7EAB1DB5733}"/>
              </a:ext>
            </a:extLst>
          </p:cNvPr>
          <p:cNvSpPr/>
          <p:nvPr/>
        </p:nvSpPr>
        <p:spPr>
          <a:xfrm>
            <a:off x="3965509" y="2032634"/>
            <a:ext cx="2891322" cy="256621"/>
          </a:xfrm>
          <a:prstGeom prst="line">
            <a:avLst/>
          </a:prstGeom>
          <a:ln w="9525" cap="rnd">
            <a:solidFill>
              <a:srgbClr val="59595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sz="12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66A67A-FAC8-4AAF-8900-46C0D9AEAFF0}"/>
              </a:ext>
            </a:extLst>
          </p:cNvPr>
          <p:cNvSpPr txBox="1"/>
          <p:nvPr/>
        </p:nvSpPr>
        <p:spPr>
          <a:xfrm>
            <a:off x="6944180" y="3269447"/>
            <a:ext cx="4483997" cy="11174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pt-BR"/>
            </a:defPPr>
            <a:lvl1pPr>
              <a:lnSpc>
                <a:spcPts val="2944"/>
              </a:lnSpc>
              <a:defRPr sz="2800">
                <a:solidFill>
                  <a:srgbClr val="000000"/>
                </a:solidFill>
                <a:latin typeface="+mj-lt"/>
              </a:defRPr>
            </a:lvl1pPr>
          </a:lstStyle>
          <a:p>
            <a:r>
              <a:rPr lang="pt-BR" dirty="0"/>
              <a:t>SAM: Tamanho de mercado útil</a:t>
            </a:r>
          </a:p>
          <a:p>
            <a:r>
              <a:rPr lang="pt-BR" sz="22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Fatia de mercado que de fato você pode alcançar</a:t>
            </a:r>
          </a:p>
        </p:txBody>
      </p:sp>
      <p:sp>
        <p:nvSpPr>
          <p:cNvPr id="13" name="AutoShape 12">
            <a:extLst>
              <a:ext uri="{FF2B5EF4-FFF2-40B4-BE49-F238E27FC236}">
                <a16:creationId xmlns:a16="http://schemas.microsoft.com/office/drawing/2014/main" id="{5FC9C7C6-0532-4D31-B0F9-07EC637D44CB}"/>
              </a:ext>
            </a:extLst>
          </p:cNvPr>
          <p:cNvSpPr/>
          <p:nvPr/>
        </p:nvSpPr>
        <p:spPr>
          <a:xfrm>
            <a:off x="4070063" y="3321908"/>
            <a:ext cx="2705277" cy="193680"/>
          </a:xfrm>
          <a:prstGeom prst="line">
            <a:avLst/>
          </a:prstGeom>
          <a:ln w="9525" cap="rnd">
            <a:solidFill>
              <a:srgbClr val="59595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sz="12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EFE8B6-C2D3-4A33-B23B-79657A27911C}"/>
              </a:ext>
            </a:extLst>
          </p:cNvPr>
          <p:cNvSpPr txBox="1"/>
          <p:nvPr/>
        </p:nvSpPr>
        <p:spPr>
          <a:xfrm>
            <a:off x="6944180" y="4665305"/>
            <a:ext cx="4562020" cy="1097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pt-BR"/>
            </a:defPPr>
            <a:lvl1pPr>
              <a:lnSpc>
                <a:spcPts val="2944"/>
              </a:lnSpc>
              <a:defRPr sz="2800">
                <a:solidFill>
                  <a:srgbClr val="000000"/>
                </a:solidFill>
                <a:latin typeface="+mj-lt"/>
              </a:defRPr>
            </a:lvl1pPr>
          </a:lstStyle>
          <a:p>
            <a:r>
              <a:rPr lang="pt-BR" dirty="0"/>
              <a:t>SOM: Tamanho de mercado alcançável: </a:t>
            </a:r>
            <a:r>
              <a:rPr lang="pt-BR" sz="22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Parte realista do mercado que você alcançará no curto prazo</a:t>
            </a:r>
          </a:p>
        </p:txBody>
      </p:sp>
      <p:sp>
        <p:nvSpPr>
          <p:cNvPr id="18" name="AutoShape 17">
            <a:extLst>
              <a:ext uri="{FF2B5EF4-FFF2-40B4-BE49-F238E27FC236}">
                <a16:creationId xmlns:a16="http://schemas.microsoft.com/office/drawing/2014/main" id="{388958AC-4265-4E7C-B294-3921F8F38383}"/>
              </a:ext>
            </a:extLst>
          </p:cNvPr>
          <p:cNvSpPr/>
          <p:nvPr/>
        </p:nvSpPr>
        <p:spPr>
          <a:xfrm flipV="1">
            <a:off x="4002833" y="5119123"/>
            <a:ext cx="2705277" cy="256622"/>
          </a:xfrm>
          <a:prstGeom prst="line">
            <a:avLst/>
          </a:prstGeom>
          <a:ln w="9525" cap="rnd">
            <a:solidFill>
              <a:srgbClr val="59595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sz="1200"/>
          </a:p>
        </p:txBody>
      </p:sp>
    </p:spTree>
    <p:extLst>
      <p:ext uri="{BB962C8B-B14F-4D97-AF65-F5344CB8AC3E}">
        <p14:creationId xmlns:p14="http://schemas.microsoft.com/office/powerpoint/2010/main" val="534958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188237" y="554778"/>
            <a:ext cx="10253682" cy="12187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4400"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dirty="0"/>
              <a:t>Plano de Vendas e Funil de Aquisição de Clientes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2"/>
          <a:srcRect l="8751" t="28517" r="8333" b="7779"/>
          <a:stretch/>
        </p:blipFill>
        <p:spPr>
          <a:xfrm>
            <a:off x="1066800" y="1955800"/>
            <a:ext cx="10109200" cy="436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118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671893" y="2856420"/>
            <a:ext cx="9455915" cy="31163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pt-BR" sz="32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Crie e apresente uma declaração de posicionamento sustentável, diferenciado da concorrência.</a:t>
            </a:r>
          </a:p>
          <a:p>
            <a:pPr algn="ctr"/>
            <a:endParaRPr lang="pt-BR" sz="2933" dirty="0"/>
          </a:p>
          <a:p>
            <a:pPr algn="ctr"/>
            <a:endParaRPr lang="pt-BR" sz="2933" dirty="0"/>
          </a:p>
          <a:p>
            <a:pPr algn="ctr"/>
            <a:endParaRPr lang="pt-BR" sz="2933" dirty="0"/>
          </a:p>
          <a:p>
            <a:pPr algn="ctr"/>
            <a:endParaRPr lang="pt-BR" sz="2933" dirty="0"/>
          </a:p>
          <a:p>
            <a:pPr algn="ctr">
              <a:lnSpc>
                <a:spcPts val="2473"/>
              </a:lnSpc>
            </a:pPr>
            <a:endParaRPr lang="en-US" sz="2933" spc="35" dirty="0">
              <a:solidFill>
                <a:srgbClr val="C02026"/>
              </a:solidFill>
              <a:latin typeface="Montserrat Light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262885" y="666750"/>
            <a:ext cx="9201915" cy="5899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Declaração de Posicionamento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81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693196" y="2582891"/>
            <a:ext cx="9455915" cy="34470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pt-BR"/>
            </a:defPPr>
            <a:lvl1pPr algn="ctr">
              <a:defRPr sz="3200" i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Apresente seu site e/ou mídias sociais (atraentes e atualizadas) e a estratégia de marketing digital do negócio</a:t>
            </a:r>
          </a:p>
          <a:p>
            <a:endParaRPr lang="pt-BR" dirty="0"/>
          </a:p>
          <a:p>
            <a:r>
              <a:rPr lang="pt-BR" dirty="0"/>
              <a:t>Apresente as estratégias definidas para </a:t>
            </a:r>
          </a:p>
          <a:p>
            <a:r>
              <a:rPr lang="pt-BR" dirty="0"/>
              <a:t>entrada de mercado – Estratégias de lançamento.</a:t>
            </a:r>
          </a:p>
          <a:p>
            <a:endParaRPr lang="en-US" dirty="0"/>
          </a:p>
        </p:txBody>
      </p:sp>
      <p:sp>
        <p:nvSpPr>
          <p:cNvPr id="5" name="TextBox 5"/>
          <p:cNvSpPr txBox="1"/>
          <p:nvPr/>
        </p:nvSpPr>
        <p:spPr>
          <a:xfrm>
            <a:off x="1262885" y="666750"/>
            <a:ext cx="9201915" cy="11798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84"/>
              </a:lnSpc>
            </a:pPr>
            <a:r>
              <a:rPr lang="pt-BR" sz="4100" dirty="0">
                <a:latin typeface="+mj-lt"/>
                <a:ea typeface="+mj-ea"/>
                <a:cs typeface="+mj-cs"/>
              </a:rPr>
              <a:t>Mídias Sociais e Estratégias de Entrada no Mercado</a:t>
            </a:r>
          </a:p>
        </p:txBody>
      </p:sp>
    </p:spTree>
    <p:extLst>
      <p:ext uri="{BB962C8B-B14F-4D97-AF65-F5344CB8AC3E}">
        <p14:creationId xmlns:p14="http://schemas.microsoft.com/office/powerpoint/2010/main" val="1465829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673531" y="2971800"/>
            <a:ext cx="9455915" cy="1969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pt-BR"/>
            </a:defPPr>
            <a:lvl1pPr algn="ctr">
              <a:defRPr sz="3200" i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Explique por onde vocês vão se comunicar com seus clientes, divulgar e entregar o produto/serviço. </a:t>
            </a:r>
          </a:p>
          <a:p>
            <a:r>
              <a:rPr lang="pt-BR" dirty="0">
                <a:highlight>
                  <a:srgbClr val="FFFF00"/>
                </a:highlight>
              </a:rPr>
              <a:t>Exemplo: </a:t>
            </a:r>
            <a:r>
              <a:rPr lang="pt-BR" dirty="0"/>
              <a:t>a divulgação e comercialização do produto será feita pelo Instagram e </a:t>
            </a:r>
            <a:r>
              <a:rPr lang="pt-BR" dirty="0" err="1"/>
              <a:t>TikTok</a:t>
            </a:r>
            <a:endParaRPr lang="en-US" dirty="0"/>
          </a:p>
        </p:txBody>
      </p:sp>
      <p:sp>
        <p:nvSpPr>
          <p:cNvPr id="5" name="TextBox 5"/>
          <p:cNvSpPr txBox="1"/>
          <p:nvPr/>
        </p:nvSpPr>
        <p:spPr>
          <a:xfrm>
            <a:off x="921139" y="666750"/>
            <a:ext cx="10670073" cy="5913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pt-BR"/>
            </a:defPPr>
            <a:lvl1pPr>
              <a:lnSpc>
                <a:spcPts val="4584"/>
              </a:lnSpc>
              <a:defRPr sz="4100">
                <a:latin typeface="+mj-lt"/>
                <a:ea typeface="+mj-ea"/>
                <a:cs typeface="+mj-cs"/>
              </a:defRPr>
            </a:lvl1pPr>
          </a:lstStyle>
          <a:p>
            <a:r>
              <a:rPr lang="pt-BR" sz="4400" dirty="0"/>
              <a:t>Canais de Distribuição, Vendas e Comunicação</a:t>
            </a:r>
          </a:p>
        </p:txBody>
      </p:sp>
    </p:spTree>
    <p:extLst>
      <p:ext uri="{BB962C8B-B14F-4D97-AF65-F5344CB8AC3E}">
        <p14:creationId xmlns:p14="http://schemas.microsoft.com/office/powerpoint/2010/main" val="22310242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5401</TotalTime>
  <Words>157</Words>
  <Application>Microsoft Office PowerPoint</Application>
  <PresentationFormat>Widescreen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Montserrat Light</vt:lpstr>
      <vt:lpstr>Times New Roman</vt:lpstr>
      <vt:lpstr>Tema do Office</vt:lpstr>
      <vt:lpstr>Dimensionamento de Mercado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de Empreendedorismo (NOME DO PROJETO / EMPRESA)</dc:title>
  <dc:creator>Vanise Rafaela Zivieri Ralio</dc:creator>
  <cp:lastModifiedBy>Vanise Rafaela Zivieri Ralio</cp:lastModifiedBy>
  <cp:revision>15</cp:revision>
  <dcterms:created xsi:type="dcterms:W3CDTF">2025-08-15T12:43:39Z</dcterms:created>
  <dcterms:modified xsi:type="dcterms:W3CDTF">2026-10-01T14:20:40Z</dcterms:modified>
</cp:coreProperties>
</file>